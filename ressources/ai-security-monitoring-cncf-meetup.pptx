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5" r:id="rId15"/>
    <p:sldId id="269" r:id="rId16"/>
    <p:sldId id="270" r:id="rId17"/>
    <p:sldId id="271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72" r:id="rId27"/>
    <p:sldId id="273" r:id="rId28"/>
    <p:sldId id="274" r:id="rId29"/>
    <p:sldId id="275" r:id="rId30"/>
    <p:sldId id="276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4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6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040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446CA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Meetup  ·  Cloud-Native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Security Monitoring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Threats Against Production ML Systems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Cloud-Native Environments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731520"/>
            <a:ext cx="1371600" cy="1371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4747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Samuel Desseaux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CTO  ·  Erythix (FR) / Aureonis (BE)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Training Partner 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657600"/>
            <a:ext cx="457200" cy="4572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3657600"/>
            <a:ext cx="457200" cy="45720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657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234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Cloud-Native AI Reality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K8s is the AI operating system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42900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2344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Model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2900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surfaces for ML on K8s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26364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2344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Patterns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6364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Adversarial, drift &amp; LLM threats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4"/>
          <p:cNvSpPr/>
          <p:nvPr/>
        </p:nvSpPr>
        <p:spPr>
          <a:xfrm>
            <a:off x="59436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30632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9436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CNCF Stack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9436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+ VictoriaMetrics + Falco + Grafana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9184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8"/>
          <p:cNvSpPr/>
          <p:nvPr/>
        </p:nvSpPr>
        <p:spPr>
          <a:xfrm>
            <a:off x="342900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06324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42900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K8s-Native Deploy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342900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 &amp; operator patterns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12648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2"/>
          <p:cNvSpPr/>
          <p:nvPr/>
        </p:nvSpPr>
        <p:spPr>
          <a:xfrm>
            <a:off x="626364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306324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26364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 &amp; Compliance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626364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+ SOC integration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Cloud-Native AI: The New Reality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Annual Survey 2025 &amp; Landscape Radar Q4 2025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users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60604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60604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cloud-native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5488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15.6M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globally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90372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#2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90372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OTel: CNCF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velocity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31520" y="3154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Convergence is Here</a:t>
            </a:r>
            <a:endParaRPr lang="en-US" sz="16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4300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is the de facto OS for AI workloads ( KServe, Seldon, vLLM, Kubeflow )run on K8s</a:t>
            </a:r>
            <a:endParaRPr lang="en-US" sz="11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36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4300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unifies traces, metrics &amp; logs across ML pipelines - CNCF's #2 velocity project</a:t>
            </a:r>
            <a:endParaRPr lang="en-US" sz="11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43484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430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+ Observability converge: you can't secure AI if you can't observe it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security monitors network traffic and system logs.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who monitors the AI layer itself?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5146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RBAC, Network Policies, Falco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237744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5146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7472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SIEM, OTel Traces, System Logs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237744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2A152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51460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508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 Layer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35508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 Who monitors this?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9260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8909C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58064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8909C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AI model is an attack surface. Monitor it like one.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AI Model is a New Attack Surface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16002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10972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Adversarial Inputs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inputs that fool classifiers while appearing normal to humans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37560" y="10058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337560" y="1005840"/>
            <a:ext cx="54864" cy="1600200"/>
          </a:xfrm>
          <a:prstGeom prst="rect">
            <a:avLst/>
          </a:prstGeom>
          <a:solidFill>
            <a:srgbClr val="FFB8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397764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Poisoning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20440" y="1600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training data creates backdoors or degrades model performance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0058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6217920" y="1005840"/>
            <a:ext cx="54864" cy="16002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1"/>
          <p:cNvSpPr/>
          <p:nvPr/>
        </p:nvSpPr>
        <p:spPr>
          <a:xfrm>
            <a:off x="685800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0" y="1600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prompts bypass safety guardrails in LLM applications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457200" y="2834640"/>
            <a:ext cx="54864" cy="16002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5"/>
          <p:cNvSpPr/>
          <p:nvPr/>
        </p:nvSpPr>
        <p:spPr>
          <a:xfrm>
            <a:off x="109728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Extraction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4008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probing to steal proprietary models worth millions in R&amp;D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337560" y="28346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3337560" y="2834640"/>
            <a:ext cx="54864" cy="1600200"/>
          </a:xfrm>
          <a:prstGeom prst="rect">
            <a:avLst/>
          </a:prstGeom>
          <a:solidFill>
            <a:srgbClr val="FFB8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19"/>
          <p:cNvSpPr/>
          <p:nvPr/>
        </p:nvSpPr>
        <p:spPr>
          <a:xfrm>
            <a:off x="397764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52044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model registries, poisoned HuggingFace repos, malicious deps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217920" y="28346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2"/>
          <p:cNvSpPr/>
          <p:nvPr/>
        </p:nvSpPr>
        <p:spPr>
          <a:xfrm>
            <a:off x="6217920" y="2834640"/>
            <a:ext cx="54864" cy="16002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3"/>
          <p:cNvSpPr/>
          <p:nvPr/>
        </p:nvSpPr>
        <p:spPr>
          <a:xfrm>
            <a:off x="685800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Escape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40080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driver exploits to escape ML containers and access host / cluster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ML Systems Are Fundamentally Different 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887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= Code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traditional software, you review code. In ML, training data shapes logic directly. Poisoned data = compromised model with no code diff.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37560" y="100584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352044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Opaque Logic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520440" y="23774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parameters, no debugger. Understanding why a model made a decision is a research problem itself.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100584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18872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Emergent Behavior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00800" y="23774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exhibit unexpected behaviors in production not present during testing. Distribution shifts create unpredictable responses.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233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secure what you can't observe. ML systems need purpose-built, cloud-native monitoring.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Threat Landscape in 2025-2026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6888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46888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Techniques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8056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4805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live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minutes (Sysdig)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don't yet run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 K8s (CNCF)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Incidents - This Isn't Theoretical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extraction attacks through API probing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4231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2064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jailbreaks exposing system prompts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229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poisoning attacks in enterprise deployments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9260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206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supply chain: malicious model repos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8229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container escapes via NVIDIA driver CVEs</a:t>
            </a:r>
            <a:endParaRPr lang="en-US" sz="11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42900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206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prompt injection via code comments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457200" y="402336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17"/>
          <p:cNvSpPr/>
          <p:nvPr/>
        </p:nvSpPr>
        <p:spPr>
          <a:xfrm>
            <a:off x="64008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for LLM  ·  owasp.org/llm-top-10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754880" y="402336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19"/>
          <p:cNvSpPr/>
          <p:nvPr/>
        </p:nvSpPr>
        <p:spPr>
          <a:xfrm>
            <a:off x="493776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  ·  atlas.mitre.org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Model Framework for ML on Kubernetes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909C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51760" y="10058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65176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attacks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909C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Serving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909C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040880" y="10058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04088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Apps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4 Questions to Answer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29077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136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IP? Training data privacy? Prediction integrity? GPU resources?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83464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57800" y="29077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ADVERSARIES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3136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hackers? Malicious insiders? Compromised vendors? Noisy neighbors?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0120" y="3685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access? Training pipeline? Supply chain? Container runtime? K8s RBAC?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61188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8463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257800" y="3685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logs, traces specific to ML? OTel spans? Falco syscalls? K8s audit logs?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Patterns Deep-Dive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4864" cy="11430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1463040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63040" y="1325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Adversarial Input Detection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crafted inputs designed to fool your model. Reconstruction error, prediction instability, embedding distance, ensemble disagreement.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33172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57200" y="2331720"/>
            <a:ext cx="54864" cy="1143000"/>
          </a:xfrm>
          <a:prstGeom prst="rect">
            <a:avLst/>
          </a:prstGeom>
          <a:solidFill>
            <a:srgbClr val="FFB8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1463040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463040" y="2651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Behavior Monitoring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463040" y="2971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poisoning and extraction through behavior drift. Distribution drift, feature importance changes, query pattern anomalies.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6576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57200" y="3657600"/>
            <a:ext cx="54864" cy="1143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/>
          <p:nvPr/>
        </p:nvSpPr>
        <p:spPr>
          <a:xfrm>
            <a:off x="1463040" y="3749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463040" y="3977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LLM-Specific Security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463040" y="4297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jailbreaks, data extraction, agent abuse. Classifier-based detection + output monitoring.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4178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pattern includes: Detection signals  ·  PromQL metrics  ·  vmalert rules  ·  LogQL investigation queries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1: Adversarial Input Detection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Detect inputs crafted to fool your model while appearing normal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Key Insight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Confidence  +  High Reconstruction Error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confident, but input doesn't match the training distribution. This mismatch is detectable and exportable as Prometheus metrics.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Signals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5448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0" y="1554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- autoencoder can't rebuild input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Instability - small perturbations → large changes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0312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29200" y="2103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Space Distance - embeddings far from centroids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37744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29200" y="2377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Disagreement - models give conflicting predictions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57200" y="292608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3"/>
          <p:cNvSpPr/>
          <p:nvPr/>
        </p:nvSpPr>
        <p:spPr>
          <a:xfrm>
            <a:off x="64008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alerting_rules.yml  (PromQL / vmalert)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40080" y="3291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High confidence + high reconstruction error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alert: PotentialAdversarialInput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expr:  ml_input_reconstruction_error &gt; 2.5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AND ml_prediction_confidence &gt; 0.95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for: 1m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severity: critical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754880" y="3291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Input far from training distribution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alert: OutOfDistributionInput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expr:  ml_embedding_distance_to_centroid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&gt; 3 * ml_embedding_distance_threshold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~85% detection rate for FGSM/PGD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+2-5ms latency overhead per inference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2: Model Behavior Monitoring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Detect poisoning and model theft by monitoring behavior over time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10515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Drift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PSI/KL divergence from baseline.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shifts = poisoning.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ml_prediction_distribution_psi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54864" cy="1051560"/>
          </a:xfrm>
          <a:prstGeom prst="rect">
            <a:avLst/>
          </a:prstGeom>
          <a:solidFill>
            <a:srgbClr val="FFB8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937760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SHAP/LIME values shifting?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learned from poisoned data.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ml_feature_importance_drift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54864" cy="105156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" y="2404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Anomalies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API queries = extraction.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entropy + rate.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ml_api_queries_total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54864" cy="105156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37760" y="2404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Drop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drops on specific classes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targeted attacks.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ml_accuracy_by_class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0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9728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queries are often enough to clone simple models. Rate limit + alert early. K8s NetworkPolicies help.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3: LLM-Specific Security Monitoring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= OWASP #1 for LLM Applications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Taxonomy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Prompt Injection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68880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"Ignore previous instructions and..."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 (RAG)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Malicious content in retrieved documents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66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066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Bypassing safety guardrails creatively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3225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Extraction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23225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are your instructions?"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578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 Abuse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2578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Hijacking tool calls for code execution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to Export  ·  llm_metrics.py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600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Classifier confidence (0-1)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llm_prompt_injection_score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Embedding distance to system prompt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llm_prompt_similarity_to_system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Content filter triggers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llm_output_policy_violations_total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 calls by name, user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llm_tool_calls_total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Tip: ProtectAI/deberta-v3-base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prompt-injection classifier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31821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llm_alerts.yml  (vmalert)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4290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alert: PromptInjectionDetected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expr: llm_prompt_injection_score &gt; 0.85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labels: { severity: critical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runbook: "Block → Log → Alert → Review"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4290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alert: SuspiciousToolUsage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expr: sum by (user_id)(rate(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llm_tool_calls_total{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tool=~"shell|exec|write"}[5m])) &gt;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labels: { severity: critical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summary: "Agentic tool abuse detected"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Cloud-Native Security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 Source  ·  CNCF Ecosystem  ·  No Vendor Lock-in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258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VictoriaMetrics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Alerting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 TSDB, vmalert rules,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PromQL, 10x less resources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57400" y="118872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3258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5740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Loki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05740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14884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ML security logs,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LogQL for investigation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840480" y="118872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3258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404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84048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93192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dashboards, unified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alerting, forensics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623560" y="118872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132588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OpenTelemetry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62356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Collection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71500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for ML pipeline,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#2 velocity project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406640" y="118872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132588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0664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Falco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40664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Security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749808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syscall monitoring,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graduated, K8s-native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274320" y="3931920"/>
            <a:ext cx="8595360" cy="640080"/>
          </a:xfrm>
          <a:prstGeom prst="roundRect">
            <a:avLst>
              <a:gd name="adj" fmla="val 14286"/>
            </a:avLst>
          </a:prstGeom>
          <a:solidFill>
            <a:srgbClr val="1A152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02336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4400" y="3977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Falco for AI workloads &amp; eBPF monitoring of ML container syscalls, GPU driver access, model file reads. Falco + Stratoshark for forensic analysis.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4A993FE1-178F-941D-AE94-5C02B11C0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990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98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Falco: Runtime Security for AI Workloads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Graduated  ·  eBPF-Powered  ·  Zero Instrumentation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Falco for ML/AI?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544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GPU driver access (NVIDIA container toolkit)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01368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801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unauthorized model file reads/exfiltration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48256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048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shell access in inference containers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95144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2295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audit log integration for RBAC violations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42032"/>
            <a:ext cx="164592" cy="1645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2542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suspicious network connections from ML pods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88920"/>
            <a:ext cx="164592" cy="16459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14400" y="2788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containers live &lt; 5min → need kernel-level visibility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4572000" y="109728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1"/>
          <p:cNvSpPr/>
          <p:nvPr/>
        </p:nvSpPr>
        <p:spPr>
          <a:xfrm>
            <a:off x="4754880" y="11887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falco_ml_rules.yaml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rule: Model File Exfiltration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open_read and container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fd.name endswith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".pt" or ".onnx" or ".safetensors"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Model file read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(file=%fd.name pod=%k8s.pod.name)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B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WARNING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rule: Shell in ML Container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spawned_process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container and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proc.name in (bash, sh, zsh)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k8s.ns.name = "ml-serving"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CRITICAL</a:t>
            </a:r>
            <a:endParaRPr lang="en-US" sz="800" dirty="0"/>
          </a:p>
        </p:txBody>
      </p:sp>
      <p:sp>
        <p:nvSpPr>
          <p:cNvPr id="20" name="Shape 12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3"/>
          <p:cNvSpPr/>
          <p:nvPr/>
        </p:nvSpPr>
        <p:spPr>
          <a:xfrm>
            <a:off x="640080" y="3429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Falco → Falcosidekick → VictoriaMetrics / Loki / Grafana → SOC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40080" y="3794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Falcosidekick forwards alerts to 50+ backends. Native Prometheus metrics exporter for VictoriaMetrics ingestion. Forward structured JSON to Loki. Unified Grafana dashboards for both ML metrics and Falco runtime events.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OpenTelemetry-First Architecture for ML Security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as the universal telemetry backbone for ML pipelines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Jobs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 Events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C9A7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926080" y="128016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92608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OTel Collector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 ·  Process  ·  Export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transform, route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ML-specific processors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C9A7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852160" y="1280160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852160" y="1280160"/>
            <a:ext cx="45720" cy="256032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85216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0" y="1600200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852160" y="1600200"/>
            <a:ext cx="45720" cy="256032"/>
          </a:xfrm>
          <a:prstGeom prst="rect">
            <a:avLst/>
          </a:prstGeom>
          <a:solidFill>
            <a:srgbClr val="FFB8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852160" y="1600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52160" y="1920240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852160" y="1920240"/>
            <a:ext cx="45720" cy="25603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85216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/ Jaeger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52160" y="2240280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5852160" y="2240280"/>
            <a:ext cx="45720" cy="25603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852160" y="2240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Export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72400" y="14630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600200"/>
            <a:ext cx="502920" cy="50292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457200" y="315468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46120"/>
            <a:ext cx="365760" cy="3657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57200" y="36576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Vendor-Agnostic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48640" y="3931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backends without re-instrumenting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606040" y="315468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246120"/>
            <a:ext cx="365760" cy="36576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2606040" y="36576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Correlated Telemetry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2697480" y="3931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+ metrics + logs with same trace_id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4754880" y="315468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246120"/>
            <a:ext cx="365760" cy="36576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754880" y="36576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K8s-Native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4846320" y="3931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DaemonSet/Sidecar, Helm chart, CRDs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903720" y="315468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3246120"/>
            <a:ext cx="365760" cy="36576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6903720" y="36576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ML-Aware Processing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6995160" y="3931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processors for ML security events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Kubernetes-Native Deployment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468880"/>
          </a:xfrm>
          <a:prstGeom prst="roundRect">
            <a:avLst>
              <a:gd name="adj" fmla="val 3704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Helm-Based Deployment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Deploy the full ML security stack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add vm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https://victoriametrics.github.io/helm-charts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add grafana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https://grafana.github.io/helm-charts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add falcosecurity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https://falcosecurity.github.io/charts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with custom ML security values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vmsingle vm/victoria-metrics-single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ml-security-values.yaml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monitoring --create-namespace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falco falcosecurity/falco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 falcosidekick.enabled=true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 falcosidekick.config.loki.hostport=\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http://loki:3100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security --create-namespace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114800" cy="2468880"/>
          </a:xfrm>
          <a:prstGeom prst="roundRect">
            <a:avLst>
              <a:gd name="adj" fmla="val 370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 Architecture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46320" y="1481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ml-serving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481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 / vLLM / Seldon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Security Exporter (sidecar)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for API rate limiting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210312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21214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2121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(vmsingle/vmcluster)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(DaemonSet)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vmalert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46320" y="2761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2761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 (DaemonSet + eBPF)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Falcosidekick → Loki/VM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Kyverno policies for ML pods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3767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GitOps-Ready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configs, alert rules, Falco rules, and Grafana dashboards are YAML - version-controlled, reviewed, deployed via ArgoCD/Flux. 58% of cloud-native innovators use GitOps extensively (CNCF Survey 2025).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565C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05+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0120" y="320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SLIDES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Deployment, Runtime Security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Inference Monitoring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 into K8s-native patterns for production ML systems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1965960" cy="118872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5720" cy="118872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0584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Secure Deployment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Image signing, admission control, model validation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606040" y="3383280"/>
            <a:ext cx="1965960" cy="118872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606040" y="3383280"/>
            <a:ext cx="45720" cy="118872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15468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Runtime Hardening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788920" y="3931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seccomp, GPU isolation, Pod Security Standards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754880" y="3383280"/>
            <a:ext cx="1965960" cy="118872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754880" y="3383280"/>
            <a:ext cx="45720" cy="118872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30352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Security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4937760" y="3931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CI/CD for ML, model SBOM, supply chain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903720" y="3383280"/>
            <a:ext cx="1965960" cy="118872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903720" y="3383280"/>
            <a:ext cx="45720" cy="118872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45236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Inference Monitoring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086600" y="3931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GPU-aware observability, sidecar patterns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Secure Model Deployment on Kubernetes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Defense-in-depth: from registry to running pod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565C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Harbor / GHCR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371600"/>
            <a:ext cx="2286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51760" y="12344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B5E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265176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65176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Kyverno / OPA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371600"/>
            <a:ext cx="228600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46320" y="12344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651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84632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Init 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463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Scan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371600"/>
            <a:ext cx="228600" cy="228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040880" y="12344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4A148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04088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Pod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0408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KServe / vLLM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82296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Image Signing (cosign/Sigstore)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2296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Sign model images + containers with cosign. Kyverno verifyImages policy rejects unsigned artifacts at admission.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8229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Integrity Verification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822960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Init container computes SHA-256 of .safetensors/.onnx before serving starts. Mismatch = pod fails to start.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82296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Admission Webhooks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822960" y="3931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Kyverno ClusterPolicy enforces: GPU resource limits, required labels (model-version, owner), mandatory seccomp profiles.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4846320" y="219456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1E22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4983480" y="2267712"/>
            <a:ext cx="36576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kyverno-ml-policy.yaml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kind: ClusterPolicy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rules: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verify-cosign-signature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namespaces: ["ml-serving"]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verifyImages: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- imageReferences: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"registry.io/models/*"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require-gpu-limits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validate: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pattern: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spec: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containers: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resources: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limits: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nvidia.com/gpu: "?*"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Container Runtime Hardening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protection for GPU workloads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55448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36576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012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Seccomp Profiles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Custom seccomp for ML: allow GPU ioctls, block ptrace/mount. RuntimeDefault blocks 44 syscalls but misses ML-specific vectors.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91840" y="1234440"/>
            <a:ext cx="2651760" cy="155448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91840" y="1234440"/>
            <a:ext cx="2651760" cy="36576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7947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Pod Security Standards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42900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PSS + exceptions for GPU device plugin. Enforce non-root, drop capabilities, read-only rootfs where possible.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26480" y="1234440"/>
            <a:ext cx="2651760" cy="155448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126480" y="1234440"/>
            <a:ext cx="2651760" cy="36576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6294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GPU Isolation (MIG)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26364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NVIDIA Multi-Instance GPU partitions A100/H100 into isolated instances. Prevents cross-tenant GPU memory leaks.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651760" cy="155448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57200" y="3017520"/>
            <a:ext cx="2651760" cy="36576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96012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9436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pods: ingress from gateway only, egress to model registry + monitoring. Block inter-pod lateral movement.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651760" cy="155448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291840" y="3017520"/>
            <a:ext cx="2651760" cy="36576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37947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Model Mounts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342900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Mount model files as readOnly volumes. Prevents runtime model tampering. Use emptyDir for temp inference cache only.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126480" y="3017520"/>
            <a:ext cx="2651760" cy="155448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6126480" y="3017520"/>
            <a:ext cx="2651760" cy="36576"/>
          </a:xfrm>
          <a:prstGeom prst="rect">
            <a:avLst/>
          </a:prstGeom>
          <a:solidFill>
            <a:srgbClr val="F443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66294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NVIDIA CTK Security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26364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 Toolkit CVEs (e.g., CVE-2024-0132) allow container escape via GPU drivers. Pin versions + monitor.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Pipeline Security for ML Models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security: scan, sign, validate before deployment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389888"/>
            <a:ext cx="182880" cy="182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057400" y="1234440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B71C1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5"/>
          <p:cNvSpPr/>
          <p:nvPr/>
        </p:nvSpPr>
        <p:spPr>
          <a:xfrm>
            <a:off x="2423160" y="12344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389888"/>
            <a:ext cx="182880" cy="18288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840480" y="1234440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1B5E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7"/>
          <p:cNvSpPr/>
          <p:nvPr/>
        </p:nvSpPr>
        <p:spPr>
          <a:xfrm>
            <a:off x="4206240" y="12344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89888"/>
            <a:ext cx="182880" cy="18288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5623560" y="1234440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4A148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9"/>
          <p:cNvSpPr/>
          <p:nvPr/>
        </p:nvSpPr>
        <p:spPr>
          <a:xfrm>
            <a:off x="5989320" y="12344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89888"/>
            <a:ext cx="182880" cy="18288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7406640" y="1234440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E651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7772400" y="12344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45720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Security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04872"/>
            <a:ext cx="182880" cy="18288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73152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SBOM (CycloneDX): declare model architecture, training data provenance, dependency versions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07792"/>
            <a:ext cx="182880" cy="18288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731520" y="2880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Sigstore cosign: sign model artifacts + container images. Keyless signing with OIDC for CI systems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10712"/>
            <a:ext cx="182880" cy="18288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73152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scanning: detect pickle deserialization exploits, malicious code in HuggingFace repos (Fickling, ModelScan)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13632"/>
            <a:ext cx="182880" cy="18288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731520" y="3886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SLSA Level 3: provenance attestation for ML training pipelines via Tekton Chains or GitHub Actions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17"/>
          <p:cNvSpPr/>
          <p:nvPr/>
        </p:nvSpPr>
        <p:spPr>
          <a:xfrm>
            <a:off x="4846320" y="1965960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1E22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18"/>
          <p:cNvSpPr/>
          <p:nvPr/>
        </p:nvSpPr>
        <p:spPr>
          <a:xfrm>
            <a:off x="4983480" y="2039112"/>
            <a:ext cx="365760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tekton-ml-pipeline.yaml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tekton.dev/v1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kind: Pipeline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ml-secure-deploy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scan-model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taskRef: { name: modelscan-task }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params: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model-path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value: $(params.model-uri)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sign-artifact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taskRef: { name: cosign-sign }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runAfter: ["scan-model"]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generate-sbom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taskRef: { name: cyclonedx-ml }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runAfter: ["sign-artifact"]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deploy-canary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taskRef: { name: kserve-canary }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runAfter: ["generate-sbom"]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Inference Monitoring in Containerized Environments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Sidecar patterns, per-request telemetry, and GPU-aware metrics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6576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Sidecar Pattern (Recommended)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as sidecar per inference pod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gRPC/HTTP predict requests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Computes latency p50/p95/p99 per model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Extracts token count, batch size, queue depth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with DCGM GPU metrics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Zero code changes to serving framework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6576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776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Library Instrumentation (Deep Insight)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OTel SDK in serving code (Python/Go)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Custom spans: preprocess → inference → postprocess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Per-layer timing for transformer models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attributes: model_name, version, input_type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latency for LLM streaming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code changes but maximum visibility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Inference Metrics to Export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2011680" cy="640080"/>
          </a:xfrm>
          <a:prstGeom prst="rect">
            <a:avLst/>
          </a:prstGeom>
          <a:solidFill>
            <a:srgbClr val="1E22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ml_inference_duration_seconds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4370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Latency by model, method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06040" y="3977640"/>
            <a:ext cx="2011680" cy="640080"/>
          </a:xfrm>
          <a:prstGeom prst="rect">
            <a:avLst/>
          </a:prstGeom>
          <a:solidFill>
            <a:srgbClr val="1E22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9748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ml_tokens_per_second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97480" y="4206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gauge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697480" y="4370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 throughput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3977640"/>
            <a:ext cx="2011680" cy="640080"/>
          </a:xfrm>
          <a:prstGeom prst="rect">
            <a:avLst/>
          </a:prstGeom>
          <a:solidFill>
            <a:srgbClr val="1E22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ml_batch_size_actual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4206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4370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Dynamic batching efficiency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903720" y="3977640"/>
            <a:ext cx="2011680" cy="640080"/>
          </a:xfrm>
          <a:prstGeom prst="rect">
            <a:avLst/>
          </a:prstGeom>
          <a:solidFill>
            <a:srgbClr val="1E22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9516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ml_queue_depth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95160" y="4206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gauge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995160" y="4370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Request backpressure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GPU-Aware Observability for Inference Security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DCGM Exporter + VictoriaMetrics + Falco: correlating GPU behavior with security events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324612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DCGM Exporter Metrics (DaemonSet)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4864" cy="32004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DCGM_FI_DEV_GPU_UTIL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Idle GPU = wasted $$$, spike = crypto mining?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54864" cy="3200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DCGM_FI_DEV_FB_USED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359152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detection, OOM prediction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54864" cy="32004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26517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DCGM_FI_DEV_GPU_TEMP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2816352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Thermal anomaly = unusual workload pattern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54864" cy="320040"/>
          </a:xfrm>
          <a:prstGeom prst="rect">
            <a:avLst/>
          </a:prstGeom>
          <a:solidFill>
            <a:srgbClr val="F443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3108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DCGM_FI_DEV_POWER_USAGE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3273552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Power spike correlation with inference load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54864" cy="32004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35661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DCGM_FI_DEV_ENC_UTIL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3730752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Encoder usage in inference-only pod = suspicious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54864" cy="320040"/>
          </a:xfrm>
          <a:prstGeom prst="rect">
            <a:avLst/>
          </a:prstGeom>
          <a:solidFill>
            <a:srgbClr val="F443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40233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DCGM_FI_DEV_XID_ERRORS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4187952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XID errors = driver instability, potential exploit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1234440"/>
            <a:ext cx="4023360" cy="2560320"/>
          </a:xfrm>
          <a:prstGeom prst="roundRect">
            <a:avLst>
              <a:gd name="adj" fmla="val 2143"/>
            </a:avLst>
          </a:prstGeom>
          <a:solidFill>
            <a:srgbClr val="1E22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92040" y="1307592"/>
            <a:ext cx="374904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gpu-security-alerts.yml (vmalert)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alert: GPUCryptoMiningDetected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expr: |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DCGM_FI_DEV_GPU_UTIL &gt; 95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AND DCGM_FI_DEV_ENC_UTIL &lt; 5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AND on(pod)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ml_inference_requests_total == 0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for: 5m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labels: { severity: critical }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alert: GPUMemoryLeak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expr: |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predict_linear(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DCGM_FI_DEV_FB_USED[1h], 3600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) &gt; DCGM_FI_DEV_FB_TOTAL * 0.95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alert: GPUThermalAnomaly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expr: DCGM_FI_DEV_GPU_TEMP &gt;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avg_over_time(...[24h]) + 15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Serving Framework Monitoring Integration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KServe, vLLM, Triton Inference Server: native metrics + security enrichment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342900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97480" cy="41148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KServe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Native Metrics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revision_request_count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2121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revision_request_latencies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23225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revision_app_request_count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2523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queue_depth_per_model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InferenceService CRD: set min/maxReplicas, canary traffic split, auto-rollback on drift detection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K8s Integration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436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ServiceMesh (Istio): mTLS between gateway and inference pods, request authentication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37560" y="1188720"/>
            <a:ext cx="2697480" cy="342900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37560" y="1188720"/>
            <a:ext cx="2697480" cy="41148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37560" y="1188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vLLM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4720" y="1691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Native Metrics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74720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vllm:num_requests_running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74720" y="2121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vllm:avg_generation_throughput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74720" y="23225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vllm:gpu_cache_usage_perc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74720" y="2523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vllm:request_prompt_tokens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74720" y="2788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474720" y="3017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 memory: monitor cache usage for memory exhaustion attacks, set max_num_seqs limit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474720" y="3657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K8s Integration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7472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HPA on vllm:num_requests_running + custom KEDA scaler for token-based autoscaling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2697480" cy="342900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7920" y="1188720"/>
            <a:ext cx="2697480" cy="41148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17920" y="1188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Triton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55080" y="1691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Native Metrics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55080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nv_inference_request_success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55080" y="2121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nv_inference_queue_duration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55080" y="23225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nv_gpu_utilization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55080" y="2523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nv_inference_compute_infer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55080" y="2788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55080" y="3017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Control Mode: EXPLICIT only in prod. Disable dynamic model loading to prevent model injection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55080" y="3657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K8s Integration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5508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on model warm-up, liveness on inference health, startup probes for large model loads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Inference Request Security Flow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checkpoint is observable, every anomaly is detectable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9184" cy="329184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792" y="1527048"/>
            <a:ext cx="0" cy="274320"/>
          </a:xfrm>
          <a:prstGeom prst="line">
            <a:avLst/>
          </a:prstGeom>
          <a:noFill/>
          <a:ln w="12700">
            <a:solidFill>
              <a:srgbClr val="9E9E9E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Ingress / API Gateway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JWT auth, request size validation, WAF rules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gateway_requests_total, gateway_latency_seconds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329184" cy="329184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" y="2212848"/>
            <a:ext cx="0" cy="274320"/>
          </a:xfrm>
          <a:prstGeom prst="line">
            <a:avLst/>
          </a:prstGeom>
          <a:noFill/>
          <a:ln w="12700">
            <a:solidFill>
              <a:srgbClr val="9E9E9E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012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Prompt / Input Validation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012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classifier (deberta-v3), embedding distance, input schema validation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llm_prompt_injection_score, ml_input_validation_failures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329184" cy="329184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" y="2898648"/>
            <a:ext cx="0" cy="274320"/>
          </a:xfrm>
          <a:prstGeom prst="line">
            <a:avLst/>
          </a:prstGeom>
          <a:noFill/>
          <a:ln w="12700">
            <a:solidFill>
              <a:srgbClr val="9E9E9E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012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Execution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012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OTel span: preprocess &gt; infer &gt; postprocess, GPU metrics correlation, timeout enforcement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2560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ml_inference_duration_seconds, DCGM_FI_DEV_GPU_UTIL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227832"/>
            <a:ext cx="329184" cy="329184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792" y="3584448"/>
            <a:ext cx="0" cy="274320"/>
          </a:xfrm>
          <a:prstGeom prst="line">
            <a:avLst/>
          </a:prstGeom>
          <a:noFill/>
          <a:ln w="12700">
            <a:solidFill>
              <a:srgbClr val="9E9E9E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0120" y="3200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&amp; Response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6012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filter, confidence threshold, output sanitization, PII detection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46320" y="3246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llm_output_policy_violations_total, ml_prediction_confidence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3913632"/>
            <a:ext cx="329184" cy="329184"/>
          </a:xfrm>
          <a:prstGeom prst="ellipse">
            <a:avLst/>
          </a:prstGeom>
          <a:solidFill>
            <a:srgbClr val="F443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012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Telemetry Export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6012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 to Loki, metrics to VictoriaMetrics, trace to Tempo, alert to SOC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46320" y="3931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Full OTel trace with security annotations + Falco syscall events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8229600" cy="2743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E9E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 Integration &amp; EU AI Act Compliance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 Integration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Models + LLM Apps  →  ML Security Exporter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Security Exporter  →  OTel Collector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OTel Collector  →  VictoriaMetrics + Loki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VictoriaMetrics + Loki  →  SIEM (Splunk/Elastic)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 OnCall  →  PagerDuty / Jira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Falco  →  Falcosidekick → SIEM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A152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21208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 AI Act Compliance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508760"/>
            <a:ext cx="164592" cy="1645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2920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9 - Risk management: continuous monitoring of AI systems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783080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29200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12 - Record-keeping: structured logging of all decisions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057400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29200" y="2057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13 - Transparency: explainability of AI outputs</a:t>
            </a:r>
            <a:endParaRPr lang="en-US" sz="9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331720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2920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14 - Human oversight: alerting &amp; intervention mechanisms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606040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029200" y="2606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15 - Accuracy &amp; robustness: drift detection, adversarial resilience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457200" y="3246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19"/>
          <p:cNvSpPr/>
          <p:nvPr/>
        </p:nvSpPr>
        <p:spPr>
          <a:xfrm>
            <a:off x="640080" y="3337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This Stack Maps to Compliance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40080" y="3730752"/>
            <a:ext cx="109728" cy="109728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1"/>
          <p:cNvSpPr/>
          <p:nvPr/>
        </p:nvSpPr>
        <p:spPr>
          <a:xfrm>
            <a:off x="822960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2240280" y="3703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VictoriaMetrics + vmalert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640080" y="4005072"/>
            <a:ext cx="109728" cy="109728"/>
          </a:xfrm>
          <a:prstGeom prst="rect">
            <a:avLst/>
          </a:prstGeom>
          <a:solidFill>
            <a:srgbClr val="FFB8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4"/>
          <p:cNvSpPr/>
          <p:nvPr/>
        </p:nvSpPr>
        <p:spPr>
          <a:xfrm>
            <a:off x="822960" y="3977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224028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Loki + OTel structured logs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40080" y="4279392"/>
            <a:ext cx="109728" cy="10972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27"/>
          <p:cNvSpPr/>
          <p:nvPr/>
        </p:nvSpPr>
        <p:spPr>
          <a:xfrm>
            <a:off x="822960" y="4251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Security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224028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Falco eBPF + Falcosidekick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4754880" y="3730752"/>
            <a:ext cx="109728" cy="10972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0"/>
          <p:cNvSpPr/>
          <p:nvPr/>
        </p:nvSpPr>
        <p:spPr>
          <a:xfrm>
            <a:off x="4937760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6355080" y="3703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PromQL PSI/KL alerts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4754880" y="4005072"/>
            <a:ext cx="109728" cy="109728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3"/>
          <p:cNvSpPr/>
          <p:nvPr/>
        </p:nvSpPr>
        <p:spPr>
          <a:xfrm>
            <a:off x="4937760" y="3977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635508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 OnCall → SIEM → SOC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Demo: Attack Detection on Kubernetes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attacks against ML workloads running on K8s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943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Adversarial 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3774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FGSM attack on classifier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7432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2743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spike in VM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vmalert fires in Grafana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3832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3383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trace links to Loki log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37560" y="12801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3337560" y="1280160"/>
            <a:ext cx="2697480" cy="54864"/>
          </a:xfrm>
          <a:prstGeom prst="rect">
            <a:avLst/>
          </a:prstGeom>
          <a:solidFill>
            <a:srgbClr val="FFB8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347472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Extraction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474720" y="23774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API querying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520440" y="27432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794760" y="2743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rate spike detected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520440" y="30632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79476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entropy pattern flagged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520440" y="33832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794760" y="3383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 catches curl in ML pod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217920" y="12801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3"/>
          <p:cNvSpPr/>
          <p:nvPr/>
        </p:nvSpPr>
        <p:spPr>
          <a:xfrm>
            <a:off x="6217920" y="1280160"/>
            <a:ext cx="2697480" cy="54864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635508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355080" y="23774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attempt on LLM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400800" y="27432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675120" y="2743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classifier triggers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400800" y="30632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67512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blocked + logged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400800" y="33832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675120" y="3383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prompt in Loki for forensics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141D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3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VictoriaMetrics + Loki + Grafana + Falco + OTel  ·  github.com/erythix4/ml-security-demo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Honest Considerations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118872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Silver Bullet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detect known attack signatures. Zero-day and novel techniques may evade detection. This is defense in depth, not a complete solution.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548640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Required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93776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detection needs a trained autoencoder. Baselines must be calibrated per model. Plan for a tuning period of 2-4 weeks.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256032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118872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Positives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out-of-distribution data may trigger alerts. Start with high thresholds and lower gradually. Tune per environment.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754880" y="256032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1"/>
          <p:cNvSpPr/>
          <p:nvPr/>
        </p:nvSpPr>
        <p:spPr>
          <a:xfrm>
            <a:off x="548640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Overhead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93776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+ Falco DaemonSet + exporters add cluster resource usage. Plan capacity accordingly. Typically 2-5% overhead.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You're Taking Home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114300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Model Framework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3000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template with asset identification, adversary profiling, K8s attack vectors checklist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544068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PromQL Alert Rules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40680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files for adversarial, drift, extraction, and LLM security alerts (vmalert compatible)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205740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114300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Falco ML Rules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143000" y="2441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Falco rules for model exfiltration, shell access, GPU driver monitoring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754880" y="205740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1"/>
          <p:cNvSpPr/>
          <p:nvPr/>
        </p:nvSpPr>
        <p:spPr>
          <a:xfrm>
            <a:off x="544068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 Charts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440680" y="2441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K8s deployment: VictoriaMetrics + Loki + Grafana + Falco + OTel Collector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57200" y="310896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4"/>
          <p:cNvSpPr/>
          <p:nvPr/>
        </p:nvSpPr>
        <p:spPr>
          <a:xfrm>
            <a:off x="114300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LogQL Investigation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4300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library for attack correlation, user behavior analysis, forensic investigation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754880" y="310896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17"/>
          <p:cNvSpPr/>
          <p:nvPr/>
        </p:nvSpPr>
        <p:spPr>
          <a:xfrm>
            <a:off x="544068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 + EU AI Act Guide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544068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guide, Alertmanager configs, compliance mapping, Grafana dashboards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79392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05840" y="4206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/erythix4/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ml-security-monitoring   ·   All resources  ·  Apache 2.0  ·  PRs welcome!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·  Erythix / Aureonis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AI model is an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surface.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it like one. With cloud-native tools.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0" y="2743200"/>
            <a:ext cx="4572000" cy="1188720"/>
          </a:xfrm>
          <a:prstGeom prst="roundRect">
            <a:avLst>
              <a:gd name="adj" fmla="val 7692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2860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Samuel Desseaux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CTO  ·  Erythix (FR) / Aureonis (BE)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erythix.tech  ·  @samueldesseaux  ·  github.com/erythix4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114800"/>
            <a:ext cx="457200" cy="4572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114800"/>
            <a:ext cx="457200" cy="4572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11480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 AI security in cloud-native environments!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3978</Words>
  <Application>Microsoft Macintosh PowerPoint</Application>
  <PresentationFormat>Affichage à l'écran (16:9)</PresentationFormat>
  <Paragraphs>689</Paragraphs>
  <Slides>30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7" baseType="lpstr">
      <vt:lpstr>Aptos</vt:lpstr>
      <vt:lpstr>Arial</vt:lpstr>
      <vt:lpstr>Arial Black</vt:lpstr>
      <vt:lpstr>Calibri</vt:lpstr>
      <vt:lpstr>Consolas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Security Monitoring for Cloud-Native Environments</dc:title>
  <dc:subject>PptxGenJS Presentation</dc:subject>
  <dc:creator>Samuel Desseaux</dc:creator>
  <cp:lastModifiedBy>samuel desseaux</cp:lastModifiedBy>
  <cp:revision>9</cp:revision>
  <dcterms:created xsi:type="dcterms:W3CDTF">2026-02-28T22:43:31Z</dcterms:created>
  <dcterms:modified xsi:type="dcterms:W3CDTF">2026-03-06T17:04:26Z</dcterms:modified>
</cp:coreProperties>
</file>